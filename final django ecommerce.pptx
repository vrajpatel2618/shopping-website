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3374D542-6E3E-455F-9BFB-B45891911720}">
          <p14:sldIdLst>
            <p14:sldId id="257"/>
          </p14:sldIdLst>
        </p14:section>
        <p14:section name="Search for 3D Models" id="{6844172C-9703-4DC7-908A-C23538616A3C}">
          <p14:sldIdLst>
            <p14:sldId id="258"/>
            <p14:sldId id="259"/>
          </p14:sldIdLst>
        </p14:section>
        <p14:section name="Insert a 3D Model from a File" id="{66737F24-1C36-4DF4-A00F-927A3F1468AC}">
          <p14:sldIdLst>
            <p14:sldId id="260"/>
          </p14:sldIdLst>
        </p14:section>
        <p14:section name="Position and Rotate Your 3D Model" id="{A08F0015-E7F5-4E26-BBAF-AEE4F9A16AD2}">
          <p14:sldIdLst/>
        </p14:section>
        <p14:section name="Animate Your 3D Model" id="{B62868DA-F525-4AC5-9E3E-39ECA0154BBD}">
          <p14:sldIdLst>
            <p14:sldId id="263"/>
          </p14:sldIdLst>
        </p14:section>
        <p14:section name="Learn More" id="{62756D7E-964E-493A-83A1-13BC0B6B5E4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598" autoAdjust="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3FCC2-4E7A-4671-AA79-177CB194E44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1C38D-F26D-4167-83EF-8774BC62D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50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>
              <a:lnSpc>
                <a:spcPct val="150000"/>
              </a:lnSpc>
              <a:spcAft>
                <a:spcPts val="12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899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4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4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46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7" y="1507068"/>
            <a:ext cx="7143905" cy="4669896"/>
          </a:xfrm>
        </p:spPr>
        <p:txBody>
          <a:bodyPr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944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82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815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350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67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51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2" r:id="rId4"/>
    <p:sldLayoutId id="2147483660" r:id="rId5"/>
    <p:sldLayoutId id="2147483662" r:id="rId6"/>
    <p:sldLayoutId id="2147483661" r:id="rId7"/>
    <p:sldLayoutId id="214748365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674E0F2C-D21C-7BFA-A270-A5F4DF92E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357488"/>
            <a:ext cx="10983131" cy="4819475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 E</a:t>
            </a:r>
            <a:r>
              <a:rPr lang="en-IN" sz="2400" dirty="0"/>
              <a:t>-Commerce Website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1.Vraj                  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2.Ronik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By: Viha Dave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dirty="0"/>
              <a:t>                       </a:t>
            </a:r>
            <a:r>
              <a:rPr lang="en-US" sz="4800" b="1" dirty="0">
                <a:latin typeface="Bahnschrift SemiBold" panose="020B0502040204020203" pitchFamily="34" charset="0"/>
              </a:rPr>
              <a:t>TITLE PAGE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1B6CD91-0CF3-8A96-5E55-60C6E25F08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666" y="10339"/>
            <a:ext cx="1850495" cy="138867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93B7BB3-FE5D-4C83-4E76-84A88F533AE5}"/>
              </a:ext>
            </a:extLst>
          </p:cNvPr>
          <p:cNvCxnSpPr>
            <a:cxnSpLocks/>
          </p:cNvCxnSpPr>
          <p:nvPr/>
        </p:nvCxnSpPr>
        <p:spPr>
          <a:xfrm>
            <a:off x="10209161" y="521976"/>
            <a:ext cx="0" cy="3725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E380F187-9066-2C3E-1A5F-F1EDA233DB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0631" y="521976"/>
            <a:ext cx="1286933" cy="4461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E5788F-0205-99EC-20F6-E6533641E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3900" y="1399012"/>
            <a:ext cx="4863664" cy="486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0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7273F9-59F9-4FB3-9D34-82C64C4F8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307154"/>
            <a:ext cx="10983132" cy="747763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Bahnschrift SemiBold" panose="020B0502040204020203" pitchFamily="34" charset="0"/>
              </a:rPr>
              <a:t>                   About the Website</a:t>
            </a:r>
            <a:endParaRPr lang="en-US" sz="4400" dirty="0">
              <a:latin typeface="Bahnschrift SemiBold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DEDF18-CE7E-297C-6F81-FDABCAB9A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515" y="40742"/>
            <a:ext cx="1850495" cy="138867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F1A4FD-B1D0-0769-B572-F9D101655F5A}"/>
              </a:ext>
            </a:extLst>
          </p:cNvPr>
          <p:cNvCxnSpPr>
            <a:cxnSpLocks/>
          </p:cNvCxnSpPr>
          <p:nvPr/>
        </p:nvCxnSpPr>
        <p:spPr>
          <a:xfrm>
            <a:off x="10145416" y="548813"/>
            <a:ext cx="0" cy="3725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43FFFE3-E43B-EF01-2EAC-13D4ACE156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2604" y="548813"/>
            <a:ext cx="1286933" cy="446177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7097D4A9-C655-FAEC-F27C-4FB963C299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4838" y="1840843"/>
            <a:ext cx="695974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modern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e-commerce homepage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selling products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like earbuds, headphones, and smart wearables.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Built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HTML, CSS, and JavaScript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create a responsive and interactive user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Powered by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Django with SQLite3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backend logic, database management, and user authentication.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Includes core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e-commerce features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such 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product browsing, shopping cart, and secure user       management. 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182FD61C-5B03-DC48-34BA-E3CF0891D540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4"/>
          <a:stretch>
            <a:fillRect/>
          </a:stretch>
        </p:blipFill>
        <p:spPr>
          <a:xfrm>
            <a:off x="7082269" y="1840843"/>
            <a:ext cx="4504893" cy="414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3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83D2B2-24CC-41A1-8AC3-EDF2DA2C3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39" y="448628"/>
            <a:ext cx="11331927" cy="7477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Bahnschrift SemiBold" panose="020B0502040204020203" pitchFamily="34" charset="0"/>
              </a:rPr>
              <a:t>                    Features of the Website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11C1C9-35B9-E01B-F5A8-989799527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0138" y="18769"/>
            <a:ext cx="1850495" cy="138867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4792D48-A867-7AE4-E5D4-55C996567FF1}"/>
              </a:ext>
            </a:extLst>
          </p:cNvPr>
          <p:cNvCxnSpPr>
            <a:cxnSpLocks/>
          </p:cNvCxnSpPr>
          <p:nvPr/>
        </p:nvCxnSpPr>
        <p:spPr>
          <a:xfrm>
            <a:off x="10284247" y="526838"/>
            <a:ext cx="0" cy="3725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F7A530A6-C332-2CFE-592C-329FD645EC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590" y="526838"/>
            <a:ext cx="1286933" cy="446177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EA439E5C-E473-B3B4-153A-CBC52A0F79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1882990"/>
            <a:ext cx="6508173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browsing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categories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 earbuds, headphones, and watches.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authentication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secure login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account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Shopping cart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adding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managing products.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Django-powered backend with SQLite3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smooth data handling and functionality.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875868-C3B4-95A3-AEA1-59F69CF42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7773" y="1626250"/>
            <a:ext cx="4464627" cy="489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439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EE622-B204-4BAA-A73B-2ED70B230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dirty="0">
                <a:latin typeface="Bahnschrift SemiBold" panose="020B0502040204020203" pitchFamily="34" charset="0"/>
              </a:rPr>
              <a:t>                         How It Works</a:t>
            </a:r>
          </a:p>
        </p:txBody>
      </p:sp>
      <p:sp>
        <p:nvSpPr>
          <p:cNvPr id="6" name="Content Placeholder 7" descr="PowerPoint allows you to import a variety of popular 3D model formats. &#10;So no matter your workflows outside of PowerPoint, you should be able to find a suitable solution to make your 3D models portable and presentable to virtually anyone, anywhere and on any device (with just a few quick modifications)">
            <a:extLst>
              <a:ext uri="{FF2B5EF4-FFF2-40B4-BE49-F238E27FC236}">
                <a16:creationId xmlns:a16="http://schemas.microsoft.com/office/drawing/2014/main" id="{9908A373-FC7C-4282-8736-3682F263411C}"/>
              </a:ext>
            </a:extLst>
          </p:cNvPr>
          <p:cNvSpPr txBox="1">
            <a:spLocks/>
          </p:cNvSpPr>
          <p:nvPr/>
        </p:nvSpPr>
        <p:spPr>
          <a:xfrm>
            <a:off x="533459" y="1485932"/>
            <a:ext cx="7391341" cy="50131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  <a:p>
            <a:pPr marL="0" indent="0">
              <a:lnSpc>
                <a:spcPts val="1800"/>
              </a:lnSpc>
              <a:spcAft>
                <a:spcPts val="600"/>
              </a:spcAft>
              <a:buNone/>
            </a:pPr>
            <a:endParaRPr lang="en-US" sz="24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D5C2D8-E286-AC28-AC74-47DC79BF2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0679" y="90001"/>
            <a:ext cx="1850495" cy="1388673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9BD0BF-5947-C727-2A83-241EFE04AB17}"/>
              </a:ext>
            </a:extLst>
          </p:cNvPr>
          <p:cNvCxnSpPr>
            <a:cxnSpLocks/>
          </p:cNvCxnSpPr>
          <p:nvPr/>
        </p:nvCxnSpPr>
        <p:spPr>
          <a:xfrm>
            <a:off x="10091174" y="598072"/>
            <a:ext cx="0" cy="3725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30C1235E-5DE4-D478-2976-12B9D21011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2521" y="598072"/>
            <a:ext cx="1286933" cy="446177"/>
          </a:xfrm>
          <a:prstGeom prst="rect">
            <a:avLst/>
          </a:prstGeom>
        </p:spPr>
      </p:pic>
      <p:sp>
        <p:nvSpPr>
          <p:cNvPr id="10" name="Rectangle 6">
            <a:extLst>
              <a:ext uri="{FF2B5EF4-FFF2-40B4-BE49-F238E27FC236}">
                <a16:creationId xmlns:a16="http://schemas.microsoft.com/office/drawing/2014/main" id="{90AF7326-5B33-6BFF-8ACC-45551B583D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389" y="1852772"/>
            <a:ext cx="798043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 products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categories like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earbuds, headphones, and watches.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Items can be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added to the shopping cart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easy purchase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Django backend handles business logic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processes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requests, and manages authentication.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SQLite3 stores product and user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while Django connects the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and database for smooth functionality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798646A-D8A5-DD8F-41BE-E2F0F8267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1032" y="4817499"/>
            <a:ext cx="2715004" cy="1950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314107E-F3B8-C6BE-41F1-77AFF36AD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1032" y="1478673"/>
            <a:ext cx="2715004" cy="163939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E37315D-7673-33E8-2D66-6534BABE9D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1032" y="3118069"/>
            <a:ext cx="2715004" cy="169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633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4FD4D-5161-46CF-8E5C-B36508F35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>
                <a:latin typeface="Bahnschrift SemiBold" panose="020B0502040204020203" pitchFamily="34" charset="0"/>
              </a:rPr>
              <a:t>                      Technologies Used</a:t>
            </a:r>
            <a:endParaRPr lang="en-US" sz="4000" b="1" dirty="0">
              <a:latin typeface="Bahnschrift SemiBold" panose="020B0502040204020203" pitchFamily="34" charset="0"/>
            </a:endParaRPr>
          </a:p>
        </p:txBody>
      </p:sp>
      <p:sp>
        <p:nvSpPr>
          <p:cNvPr id="7" name="Content Placeholder 17" descr="Duplicate this slide: Right-click the slide thumbnail and select Duplicate Slide.">
            <a:extLst>
              <a:ext uri="{FF2B5EF4-FFF2-40B4-BE49-F238E27FC236}">
                <a16:creationId xmlns:a16="http://schemas.microsoft.com/office/drawing/2014/main" id="{A5D11E1A-550F-4E54-82BE-B2019638DC80}"/>
              </a:ext>
            </a:extLst>
          </p:cNvPr>
          <p:cNvSpPr txBox="1">
            <a:spLocks/>
          </p:cNvSpPr>
          <p:nvPr/>
        </p:nvSpPr>
        <p:spPr>
          <a:xfrm>
            <a:off x="604434" y="1455174"/>
            <a:ext cx="9621113" cy="49541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sz="18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FF7F119-2746-8DFD-1775-B4E4F53D1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7519" y="1455174"/>
            <a:ext cx="952500" cy="952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C69A419-49A6-2558-7BAC-8B1A52556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2957" y="2476500"/>
            <a:ext cx="1101624" cy="110162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891A01C-9EA8-F975-4E7C-48CA9145C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0513" y="4655063"/>
            <a:ext cx="1528760" cy="74776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593C527-2BFB-A8EA-F8C7-E73D354B1C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585" y="5526991"/>
            <a:ext cx="1110908" cy="108299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2616A94-E6A0-B3B5-32B1-E343D6A433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0679" y="45505"/>
            <a:ext cx="1850495" cy="1388673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BEF4FD3-649D-87D5-A410-9390F9DB6483}"/>
              </a:ext>
            </a:extLst>
          </p:cNvPr>
          <p:cNvCxnSpPr>
            <a:cxnSpLocks/>
          </p:cNvCxnSpPr>
          <p:nvPr/>
        </p:nvCxnSpPr>
        <p:spPr>
          <a:xfrm>
            <a:off x="10091174" y="574652"/>
            <a:ext cx="0" cy="3725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79083A9A-436B-5AA2-9603-B61230C869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03" y="537829"/>
            <a:ext cx="1286933" cy="446177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72AEA910-D0D3-FDF6-3F94-1F943EE4C9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4839" y="1885526"/>
            <a:ext cx="9486335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HTML, CSS, JavaScript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to build the responsive and interactive frontend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Django (Python Framework)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Handles backend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logic,user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authentication, and server-side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SQLite3 Database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Stores product information, user accounts, and application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Django over Flask?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Django was preferred because it provides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built-in features like authentication, admin panel, and ORM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makingit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faster and more secure for building full e-commerce systems.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5BBCEA-D14E-7D84-2403-1208D6CE6B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7992" y="3637354"/>
            <a:ext cx="812698" cy="81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102131"/>
      </p:ext>
    </p:extLst>
  </p:cSld>
  <p:clrMapOvr>
    <a:masterClrMapping/>
  </p:clrMapOvr>
</p:sld>
</file>

<file path=ppt/theme/theme1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f16411177_win32_fixed.potx" id="{2BE36628-40A7-4124-9B03-283680FDB08B}" vid="{1F788C18-5B90-4886-BC26-C8416480C9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{CE4A9246-638E-425A-B0FF-ABD4F4198CCB}tf16411177_win32</Template>
  <TotalTime>187</TotalTime>
  <Words>290</Words>
  <Application>Microsoft Office PowerPoint</Application>
  <PresentationFormat>Widescreen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Bahnschrift SemiBold</vt:lpstr>
      <vt:lpstr>Calibri</vt:lpstr>
      <vt:lpstr>Segoe UI</vt:lpstr>
      <vt:lpstr>Segoe UI Light</vt:lpstr>
      <vt:lpstr>Times New Roman</vt:lpstr>
      <vt:lpstr>Get Started with 3D</vt:lpstr>
      <vt:lpstr>                       TITLE PAGE</vt:lpstr>
      <vt:lpstr>                   About the Website</vt:lpstr>
      <vt:lpstr>                    Features of the Website</vt:lpstr>
      <vt:lpstr>                         How It Works</vt:lpstr>
      <vt:lpstr>                      Technologies Used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kondabattinironik@outlook.com</dc:creator>
  <cp:lastModifiedBy>kondabattinironik@outlook.com</cp:lastModifiedBy>
  <cp:revision>3</cp:revision>
  <dcterms:created xsi:type="dcterms:W3CDTF">2025-09-12T15:05:22Z</dcterms:created>
  <dcterms:modified xsi:type="dcterms:W3CDTF">2026-03-11T17:51:18Z</dcterms:modified>
</cp:coreProperties>
</file>